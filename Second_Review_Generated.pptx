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E4BD16-43E4-4B88-B7FE-8AB68114A5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004373-5EDC-4C19-B81A-F40ED857CA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A70F1E-D97A-4107-837F-9EF52E646D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18E518-C983-4E87-A0D7-C8BAF16793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F86D90-A5D8-463A-AD66-4158028E31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3F0515-665A-4922-BE8E-ECEEE11965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597D9D-B992-466B-8C81-80E3A9BA83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1D9333-2249-4965-B8FD-FFDF1AEA0C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FB18A6-A75E-443B-A8F6-D9E343A4E8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D1CF8C-4AAA-4C53-B7A6-6BC2B7D6EB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903571-5C43-49F3-B14B-4FA6A446EC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881360" y="8380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REVIEW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2839320" y="241848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Hospital HRM — Health Record Management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Blockchain-anchored medical records | Second Review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30284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</a:rPr>
              <a:t>1. Implementation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1351080" y="167796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Stack: Node.js/Express REST API, MongoDB (Mongoose), React (Vite) SPA, JWT auth with role guards.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Medical record integrity: SHA-256 hashing plus optional Ethereum anchoring via self-transaction calldata.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File uploads served under /uploads; JSON body limit tuned for clinical documents and attachments.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CORS and CLIENT_ORIGIN configured for local dev; dotenv-driven secrets (MongoDB, JWT, RPC, keys).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Activity logging and access-control routes support audit trails and delegated patient access.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End-to-end flow: authenticate → CRUD patients/records/vitals/prescriptions → blockchain verify where enabled.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79856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</a:rPr>
              <a:t>2. Modules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156528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Client: Vite + React UI, API service layer, doctor–patient helpers, block explorer utilities.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Server core: Express app, MongoDB connection, centralized error handler, health check endpoint.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Domain routes: auth, users, patients, emergency, records, vitals, prescriptions, reminders, appointments.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Supporting routes: access control, blockchain metadata, uploads, structured activity logs.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Models: User, Patient, MedicalRecord, Vital, Prescription, Appointment, MedicineReminder, AccessControl, ActivityLog, BlockChain, Counter.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Utilities: JWT tokens, PDF/QR generation, patient ID, hash generation, Ethereum anchor, log activity.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3320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</a:rPr>
              <a:t>3. Module Description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1477440" y="165852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Auth module: registration/login, optional auth for public endpoints, role-based guards for clinicians vs admin.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Patient module: demographics, emergency profile, linkage to records, vitals, and appointment history.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Records &amp; vitals: structured clinical data with hashing; prescriptions and reminders for medication adherence.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Blockchain module: stores chain metadata; anchors record hashes on-chain when RPC and wallet are configured.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Access module: grants/revokes delegated access; logs module captures user actions for compliance review.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Uploads &amp; PDF/QR: attachments for records; printable/ scannable artifacts where the UI integrates them.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41948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</a:rPr>
              <a:t>4. Sample Coding / Sample Output / Sample Model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13806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Sample code: ethereumAnchor.js — normalize 64-hex SHA-256, JsonRpcProvider + Wallet, sendTransaction with hash as data.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Sample output: anchor API returns { txHash, chainId } on success; null when env not set or invalid hash.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Sample model: MedicalRecord (and related) fields persisted in MongoDB; indexes and refs as defined in Mongoose schemas.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Sample API: POST/GET under /api/records, /api/blockchain — JSON request/response shapes match client api.js wrappers.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Sample hash flow: hashGenerator produces digest; chain.js / BlockChain model link blocks for tamper-evident history.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Sample client: services/api.js centralizes fetch with credentials for authenticated dashboards and forms.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</a:rPr>
              <a:t>5. Sample Screen Shots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130284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Login / registration and role-appropriate dashboard after successful JWT session.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Patient list or profile view showing demographics and emergency information.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Medical record create/view screen with attachments or hash display where implemented.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Vitals or prescriptions UI demonstrating data entry and saved state confirmation.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Blockchain or verification screen (explorer link / tx hash) after anchoring a record.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Access control or activity log view illustrating audit visibility for reviewers.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</a:rPr>
              <a:t>6. Rough Copy of Full Document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370880" y="15030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Chapter 1: Introduction — problem statement, objectives, scope of Hospital HRM.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Chapter 2: Literature / related work — EHR standards, security, blockchain in healthcare (summary).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Chapter 3: Requirements — functional (users, patients, records) and non-functional (security, performance).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Chapter 4: System design — architecture diagram, module diagram, database ER-style collection overview.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Chapter 5: Implementation — environment setup, key algorithms (hashing, anchoring), API catalogue.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Chapter 6: Testing, results, conclusion, future work — align narrative with screenshots and demo script.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</a:rPr>
              <a:t>7. Complete Presentation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30284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 deck covers all eight review items within the prescribed slide limit (title + eight content slides).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Consistent fonts and hierarchy: title, bullets, optional speaker notes in your rehearsal copy.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Figures numbered to match the report; reference appendix for long code listings.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Transition from architecture → modules → live demo to satisfy examiner flow.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Backup PDF export prepared in case of projector or font substitution issues.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Q&amp;A slide or closing slide with project title, team names, and repository / deployment pointer.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</a:rPr>
              <a:t>8. Full Project Demo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157040" y="141732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Start stack: MongoDB running, npm run dev (server + client), verify /api/health returns { ok: true }.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Demo path 1: register/login as clinician → create or open patient → add record / vital / prescription.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Demo path 2: show record hash and optional Ethereum anchor (testnet) with transaction hash evidence.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Demo path 3: delegated access grant/revoke and a sample entry in activity logs.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Demo path 4: appointment or reminder workflow relevant to your configured UI pages.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Close with limitations (e.g., testnet only), security notes, and planned enhancements.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LibreOffice/25.8.6.2$Linux_X86_64 LibreOffice_project/a46b460d1686bb49c718d2ef5f88b83ff2dc4981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2026-04-05T14:35:17Z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